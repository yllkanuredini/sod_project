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Salient Object Detection Using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ML/DL Project | PyTorch | ECSSD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Goal: identify the most visually important object region in an image.</a:t>
            </a:r>
          </a:p>
          <a:p>
            <a:pPr>
              <a:defRPr sz="2200"/>
            </a:pPr>
            <a:r>
              <a:t>Input: RGB image.</a:t>
            </a:r>
          </a:p>
          <a:p>
            <a:pPr>
              <a:defRPr sz="2200"/>
            </a:pPr>
            <a:r>
              <a:t>Output: one-channel saliency mask.</a:t>
            </a:r>
          </a:p>
          <a:p>
            <a:pPr>
              <a:defRPr sz="2200"/>
            </a:pPr>
            <a:r>
              <a:t>Built the full pipeline from scratch without pre-trained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Dataset: ECSSD with 1000 images and 1000 ground-truth masks.</a:t>
            </a:r>
          </a:p>
          <a:p>
            <a:pPr>
              <a:defRPr sz="2200"/>
            </a:pPr>
            <a:r>
              <a:t>Preprocessing: resize to 128x128, normalize pixels, binarize masks.</a:t>
            </a:r>
          </a:p>
          <a:p>
            <a:pPr>
              <a:defRPr sz="2200"/>
            </a:pPr>
            <a:r>
              <a:t>Model: CNN encoder-decoder with Conv2D, MaxPooling, ConvTranspose2D.</a:t>
            </a:r>
          </a:p>
          <a:p>
            <a:pPr>
              <a:defRPr sz="2200"/>
            </a:pPr>
            <a:r>
              <a:t>Loss: Binary Cross-Entropy + 0.5 * (1 - IoU).</a:t>
            </a:r>
          </a:p>
          <a:p>
            <a:pPr>
              <a:defRPr sz="2200"/>
            </a:pPr>
            <a:r>
              <a:t>Evaluation: IoU, Precision, Recall, F1-score, inference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0.0015s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0.0016s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10896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finding: the improved model increased IoU, Recall, and F1-score.</a:t>
            </a:r>
            <a:br/>
            <a:r>
              <a:t>Precision decreased slightly, meaning the model detected more salient object pixels</a:t>
            </a:r>
            <a:br/>
            <a:r>
              <a:t>but also included some extra background.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Output and Demo</a:t>
            </a:r>
          </a:p>
        </p:txBody>
      </p:sp>
      <p:pic>
        <p:nvPicPr>
          <p:cNvPr id="3" name="Picture 2" descr="improved_samp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1137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492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demo app allows image upload and returns the input image,</a:t>
            </a:r>
            <a:br/>
            <a:r>
              <a:t>predicted saliency mask, overlay, and inference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